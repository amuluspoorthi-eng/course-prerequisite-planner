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COURSE PREREQUISITE PLANNER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2240280"/>
            <a:ext cx="701275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7D2FE"/>
                </a:solidFill>
              </a:defRPr>
            </a:pPr>
            <a:r>
              <a:rPr dirty="0">
                <a:solidFill>
                  <a:schemeClr val="accent5">
                    <a:lumMod val="75000"/>
                  </a:schemeClr>
                </a:solidFill>
              </a:rPr>
              <a:t>A DAA-based solution using Topological Sort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 and khan’s sort</a:t>
            </a:r>
            <a:endParaRPr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20462" y="4304454"/>
            <a:ext cx="2145139" cy="10002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A5B4FC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TEAM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  <a:r>
              <a:rPr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A. Nik</a:t>
            </a:r>
            <a:r>
              <a:rPr lang="en-IN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h</a:t>
            </a:r>
            <a:r>
              <a:rPr sz="11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itha</a:t>
            </a:r>
            <a:r>
              <a:rPr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— 25MVCSER</a:t>
            </a:r>
            <a:r>
              <a:rPr lang="en-IN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0</a:t>
            </a:r>
            <a:r>
              <a:rPr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187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  <a:r>
              <a:rPr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G. Maha Laxmi — 25MVCSER0201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  <a:r>
              <a:rPr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G. Shruthi — 25MVCSER0205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  <a:r>
              <a:rPr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K. Spoorthi — 25MVCSER0216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DAA Hackathon • Course Prerequisite Planner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" y="320040"/>
            <a:ext cx="8138160" cy="11430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rPr dirty="0"/>
              <a:t>MALLA REDDY VISHWA</a:t>
            </a:r>
            <a:r>
              <a:rPr lang="en-IN" dirty="0"/>
              <a:t>VIDYA</a:t>
            </a:r>
            <a:r>
              <a:rPr dirty="0"/>
              <a:t>PEETH</a:t>
            </a:r>
          </a:p>
          <a:p>
            <a:pPr algn="ctr">
              <a:defRPr sz="1400" b="1">
                <a:solidFill>
                  <a:srgbClr val="E0E7FF"/>
                </a:solidFill>
              </a:defRPr>
            </a:pPr>
            <a:r>
              <a:rPr dirty="0"/>
              <a:t>DAA HACKATHON PROJECT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60" y="1691642"/>
            <a:ext cx="1920240" cy="68580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rPr dirty="0"/>
              <a:t>DAA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rPr>
                <a:solidFill/>
              </a:rP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rPr>
                <a:solidFill/>
              </a:rPr>
              <a:t>Why prerequisite ordering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0F172A"/>
                </a:solidFill>
              </a:defRPr>
            </a:pPr>
            <a:r>
              <a:rPr>
                <a:solidFill/>
              </a:rPr>
              <a:t>Universities offer many courses with prerequisite requirements.</a:t>
            </a:r>
          </a:p>
          <a:p>
            <a:pPr>
              <a:spcAft>
                <a:spcPts val="1100"/>
              </a:spcAft>
              <a:defRPr sz="1900">
                <a:solidFill>
                  <a:srgbClr val="0F172A"/>
                </a:solidFill>
              </a:defRPr>
            </a:pPr>
            <a:r>
              <a:rPr>
                <a:solidFill/>
              </a:rPr>
              <a:t>A course should be completed only after its required prerequisites.</a:t>
            </a:r>
          </a:p>
          <a:p>
            <a:pPr>
              <a:spcAft>
                <a:spcPts val="1100"/>
              </a:spcAft>
              <a:defRPr sz="1900">
                <a:solidFill>
                  <a:srgbClr val="0F172A"/>
                </a:solidFill>
              </a:defRPr>
            </a:pPr>
            <a:r>
              <a:rPr>
                <a:solidFill/>
              </a:rPr>
              <a:t>A valid sequence must satisfy every dependency.</a:t>
            </a:r>
          </a:p>
          <a:p>
            <a:pPr>
              <a:spcAft>
                <a:spcPts val="1100"/>
              </a:spcAft>
              <a:defRPr sz="1900">
                <a:solidFill>
                  <a:srgbClr val="0F172A"/>
                </a:solidFill>
              </a:defRPr>
            </a:pPr>
            <a:r>
              <a:rPr>
                <a:solidFill/>
              </a:rPr>
              <a:t>A circular dependency makes a valid complete ordering impossible.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828800"/>
            <a:ext cx="23774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rPr>
                <a:solidFill/>
              </a:rPr>
              <a:t>Prerequisite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2926080"/>
            <a:ext cx="19202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rPr>
                <a:solidFill/>
              </a:rPr>
              <a:t>Course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4023360"/>
            <a:ext cx="25603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rPr>
                <a:solidFill/>
              </a:rPr>
              <a:t>Advanced Course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rPr>
                <a:solidFill/>
              </a:rPr>
              <a:t>DAA Hackathon • Course Prerequisite Planner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rPr>
                <a:solidFill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1353312"/>
            <a:ext cx="9144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rPr>
                <a:solidFill/>
              </a:rPr>
              <a:t>2.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rPr>
                <a:solidFill/>
              </a:rPr>
              <a:t>Represent prerequisites as a directed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0F172A"/>
                </a:solidFill>
              </a:defRPr>
            </a:pPr>
            <a:r>
              <a:rPr>
                <a:solidFill/>
              </a:rPr>
              <a:t>Each course is represented as a vertex.</a:t>
            </a:r>
          </a:p>
          <a:p>
            <a:pPr>
              <a:spcAft>
                <a:spcPts val="1100"/>
              </a:spcAft>
              <a:defRPr sz="1700">
                <a:solidFill>
                  <a:srgbClr val="0F172A"/>
                </a:solidFill>
              </a:defRPr>
            </a:pPr>
            <a:r>
              <a:rPr>
                <a:solidFill/>
              </a:rPr>
              <a:t>Each “prerequisite → dependent course” relationship is a directed edge.</a:t>
            </a:r>
          </a:p>
          <a:p>
            <a:pPr>
              <a:spcAft>
                <a:spcPts val="1100"/>
              </a:spcAft>
              <a:defRPr sz="1700">
                <a:solidFill>
                  <a:srgbClr val="0F172A"/>
                </a:solidFill>
              </a:defRPr>
            </a:pPr>
            <a:r>
              <a:rPr>
                <a:solidFill/>
              </a:rPr>
              <a:t>Kahn’s Topological Sort processes courses in dependency order.</a:t>
            </a:r>
          </a:p>
          <a:p>
            <a:pPr>
              <a:spcAft>
                <a:spcPts val="1100"/>
              </a:spcAft>
              <a:defRPr sz="1700">
                <a:solidFill>
                  <a:srgbClr val="0F172A"/>
                </a:solidFill>
              </a:defRPr>
            </a:pPr>
            <a:r>
              <a:rPr>
                <a:solidFill/>
              </a:rPr>
              <a:t>If all courses are processed, the resulting sequence is valid.</a:t>
            </a:r>
          </a:p>
          <a:p>
            <a:pPr>
              <a:spcAft>
                <a:spcPts val="1100"/>
              </a:spcAft>
              <a:defRPr sz="1700">
                <a:solidFill>
                  <a:srgbClr val="0F172A"/>
                </a:solidFill>
              </a:defRPr>
            </a:pPr>
            <a:r>
              <a:rPr>
                <a:solidFill/>
              </a:rPr>
              <a:t>If some courses remain, the graph contains a cycle.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828800"/>
            <a:ext cx="20116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rPr>
                <a:solidFill/>
              </a:rPr>
              <a:t>Python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0" y="2834640"/>
            <a:ext cx="20116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rPr>
                <a:solidFill/>
              </a:rPr>
              <a:t>Data Structures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3840480"/>
            <a:ext cx="20116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rPr>
                <a:solidFill/>
              </a:rPr>
              <a:t>Algorithms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4846320"/>
            <a:ext cx="20116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rPr>
                <a:solidFill/>
              </a:rPr>
              <a:t>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rPr>
                <a:solidFill/>
              </a:rPr>
              <a:t>DAA Hackathon • Course Prerequisite Planner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rPr>
                <a:solidFill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1353312"/>
            <a:ext cx="9144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rPr>
                <a:solidFill/>
              </a:rPr>
              <a:t>3. 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rPr>
                <a:solidFill/>
              </a:rPr>
              <a:t>From user input to final result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2461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rPr>
                <a:solidFill/>
              </a:rPr>
              <a:t>01  Enter Courses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554480"/>
            <a:ext cx="32461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rPr>
                <a:solidFill/>
              </a:rPr>
              <a:t>02  Enter Prerequisites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554480"/>
            <a:ext cx="32461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rPr>
                <a:solidFill/>
              </a:rPr>
              <a:t>03  Build Graph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11880"/>
            <a:ext cx="32461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rPr>
                <a:solidFill/>
              </a:rPr>
              <a:t>04  Calculate Indegree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611880"/>
            <a:ext cx="32461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rPr>
                <a:solidFill/>
              </a:rPr>
              <a:t>05  Run Kahn’s Algorithm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611880"/>
            <a:ext cx="32461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rPr>
                <a:solidFill/>
              </a:rPr>
              <a:t>06  Display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rPr>
                <a:solidFill/>
              </a:rPr>
              <a:t>DAA Hackathon • Course Prerequisite Planner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rPr>
                <a:solidFill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1353312"/>
            <a:ext cx="9144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rPr>
                <a:solidFill/>
              </a:rPr>
              <a:t>4. DAA Algorithm — Kahn’s Topological Sort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rPr>
                <a:solidFill/>
              </a:rPr>
              <a:t>Queue-based topological ordering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731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0F172A"/>
                </a:solidFill>
              </a:defRPr>
            </a:pPr>
            <a:r>
              <a:rPr>
                <a:solidFill/>
              </a:rPr>
              <a:t>1. Compute indegree for every course.</a:t>
            </a:r>
          </a:p>
          <a:p>
            <a:pPr>
              <a:spcAft>
                <a:spcPts val="1100"/>
              </a:spcAft>
              <a:defRPr sz="1600">
                <a:solidFill>
                  <a:srgbClr val="0F172A"/>
                </a:solidFill>
              </a:defRPr>
            </a:pPr>
            <a:r>
              <a:rPr>
                <a:solidFill/>
              </a:rPr>
              <a:t>2. Add all indegree-0 courses to a queue.</a:t>
            </a:r>
          </a:p>
          <a:p>
            <a:pPr>
              <a:spcAft>
                <a:spcPts val="1100"/>
              </a:spcAft>
              <a:defRPr sz="1600">
                <a:solidFill>
                  <a:srgbClr val="0F172A"/>
                </a:solidFill>
              </a:defRPr>
            </a:pPr>
            <a:r>
              <a:rPr>
                <a:solidFill/>
              </a:rPr>
              <a:t>3. Remove one course and add it to the result.</a:t>
            </a:r>
          </a:p>
          <a:p>
            <a:pPr>
              <a:spcAft>
                <a:spcPts val="1100"/>
              </a:spcAft>
              <a:defRPr sz="1600">
                <a:solidFill>
                  <a:srgbClr val="0F172A"/>
                </a:solidFill>
              </a:defRPr>
            </a:pPr>
            <a:r>
              <a:rPr>
                <a:solidFill/>
              </a:rPr>
              <a:t>4. Decrease indegree of its dependent courses.</a:t>
            </a:r>
          </a:p>
          <a:p>
            <a:pPr>
              <a:spcAft>
                <a:spcPts val="1100"/>
              </a:spcAft>
              <a:defRPr sz="1600">
                <a:solidFill>
                  <a:srgbClr val="0F172A"/>
                </a:solidFill>
              </a:defRPr>
            </a:pPr>
            <a:r>
              <a:rPr>
                <a:solidFill/>
              </a:rPr>
              <a:t>5. Add newly zero-indegree courses to the queue.</a:t>
            </a:r>
          </a:p>
          <a:p>
            <a:pPr>
              <a:spcAft>
                <a:spcPts val="1100"/>
              </a:spcAft>
              <a:defRPr sz="1600">
                <a:solidFill>
                  <a:srgbClr val="0F172A"/>
                </a:solidFill>
              </a:defRPr>
            </a:pPr>
            <a:r>
              <a:rPr>
                <a:solidFill/>
              </a:rPr>
              <a:t>6. Repeat until the queue is empty.</a:t>
            </a:r>
          </a:p>
          <a:p>
            <a:pPr>
              <a:spcAft>
                <a:spcPts val="1100"/>
              </a:spcAft>
              <a:defRPr sz="1600">
                <a:solidFill>
                  <a:srgbClr val="0F172A"/>
                </a:solidFill>
              </a:defRPr>
            </a:pPr>
            <a:r>
              <a:rPr>
                <a:solidFill/>
              </a:rPr>
              <a:t>7. Compare processed courses with total courses.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011680"/>
            <a:ext cx="2743200" cy="82296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rPr>
                <a:solidFill/>
              </a:rPr>
              <a:t>Queue: [C1, C2, C3]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3383280"/>
            <a:ext cx="2743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rPr>
                <a:solidFill/>
              </a:rPr>
              <a:t>Order: C1 → C2 → C3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rPr>
                <a:solidFill/>
              </a:rPr>
              <a:t>DAA Hackathon • Course Prerequisite Planner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rPr>
                <a:solidFill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1353312"/>
            <a:ext cx="9144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rPr>
                <a:solidFill/>
              </a:rPr>
              <a:t>5. Circular Dependency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rPr>
                <a:solidFill/>
              </a:rPr>
              <a:t>How the website identifies an impossible ordering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0F172A"/>
                </a:solidFill>
              </a:defRPr>
            </a:pPr>
            <a:r>
              <a:rPr>
                <a:solidFill/>
              </a:rPr>
              <a:t>A cycle creates a dependency loop.</a:t>
            </a:r>
          </a:p>
          <a:p>
            <a:pPr>
              <a:spcAft>
                <a:spcPts val="1100"/>
              </a:spcAft>
              <a:defRPr sz="1800">
                <a:solidFill>
                  <a:srgbClr val="0F172A"/>
                </a:solidFill>
              </a:defRPr>
            </a:pPr>
            <a:r>
              <a:rPr>
                <a:solidFill/>
              </a:rPr>
              <a:t>Example: A → B → C → A.</a:t>
            </a:r>
          </a:p>
          <a:p>
            <a:pPr>
              <a:spcAft>
                <a:spcPts val="1100"/>
              </a:spcAft>
              <a:defRPr sz="1800">
                <a:solidFill>
                  <a:srgbClr val="0F172A"/>
                </a:solidFill>
              </a:defRPr>
            </a:pPr>
            <a:r>
              <a:rPr>
                <a:solidFill/>
              </a:rPr>
              <a:t>Courses inside the cycle cannot reach indegree 0.</a:t>
            </a:r>
          </a:p>
          <a:p>
            <a:pPr>
              <a:spcAft>
                <a:spcPts val="1100"/>
              </a:spcAft>
              <a:defRPr sz="1800">
                <a:solidFill>
                  <a:srgbClr val="0F172A"/>
                </a:solidFill>
              </a:defRPr>
            </a:pPr>
            <a:r>
              <a:rPr>
                <a:solidFill/>
              </a:rPr>
              <a:t>The queue becomes empty before every course is processed.</a:t>
            </a:r>
          </a:p>
          <a:p>
            <a:pPr>
              <a:spcAft>
                <a:spcPts val="1100"/>
              </a:spcAft>
              <a:defRPr sz="1800">
                <a:solidFill>
                  <a:srgbClr val="0F172A"/>
                </a:solidFill>
              </a:defRPr>
            </a:pPr>
            <a:r>
              <a:rPr>
                <a:solidFill/>
              </a:rPr>
              <a:t>Therefore, processed count &lt; total courses means no valid ordering.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828800"/>
            <a:ext cx="1005840" cy="914400"/>
          </a:xfrm>
          <a:prstGeom prst="round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rPr>
                <a:solidFill/>
              </a:rPr>
              <a:t>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0" y="2926080"/>
            <a:ext cx="1005840" cy="914400"/>
          </a:xfrm>
          <a:prstGeom prst="round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rPr>
                <a:solidFill/>
              </a:rPr>
              <a:t>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023360"/>
            <a:ext cx="1005840" cy="914400"/>
          </a:xfrm>
          <a:prstGeom prst="round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rPr>
                <a:solidFill/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rPr>
                <a:solidFill/>
              </a:rPr>
              <a:t>DAA Hackathon • Course Prerequisite Planner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rPr>
                <a:solidFill/>
              </a:rPr>
              <a:t>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1353312"/>
            <a:ext cx="9144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rPr>
                <a:solidFill/>
              </a:rPr>
              <a:t>6. Website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rPr>
                <a:solidFill/>
              </a:rPr>
              <a:t>Single-file interactive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0F172A"/>
                </a:solidFill>
              </a:defRPr>
            </a:pPr>
            <a:r>
              <a:rPr>
                <a:solidFill/>
              </a:rPr>
              <a:t>HTML — structure and input controls.</a:t>
            </a:r>
          </a:p>
          <a:p>
            <a:pPr>
              <a:spcAft>
                <a:spcPts val="1100"/>
              </a:spcAft>
              <a:defRPr sz="1800">
                <a:solidFill>
                  <a:srgbClr val="0F172A"/>
                </a:solidFill>
              </a:defRPr>
            </a:pPr>
            <a:r>
              <a:rPr>
                <a:solidFill/>
              </a:rPr>
              <a:t>CSS — formal responsive interface and result cards.</a:t>
            </a:r>
          </a:p>
          <a:p>
            <a:pPr>
              <a:spcAft>
                <a:spcPts val="1100"/>
              </a:spcAft>
              <a:defRPr sz="1800">
                <a:solidFill>
                  <a:srgbClr val="0F172A"/>
                </a:solidFill>
              </a:defRPr>
            </a:pPr>
            <a:r>
              <a:rPr>
                <a:solidFill/>
              </a:rPr>
              <a:t>JavaScript — graph construction and Kahn’s algorithm.</a:t>
            </a:r>
          </a:p>
          <a:p>
            <a:pPr>
              <a:spcAft>
                <a:spcPts val="1100"/>
              </a:spcAft>
              <a:defRPr sz="1800">
                <a:solidFill>
                  <a:srgbClr val="0F172A"/>
                </a:solidFill>
              </a:defRPr>
            </a:pPr>
            <a:r>
              <a:rPr>
                <a:solidFill/>
              </a:rPr>
              <a:t>Dynamic fields allow courses and prerequisite relationships to be entered.</a:t>
            </a:r>
          </a:p>
          <a:p>
            <a:pPr>
              <a:spcAft>
                <a:spcPts val="1100"/>
              </a:spcAft>
              <a:defRPr sz="1800">
                <a:solidFill>
                  <a:srgbClr val="0F172A"/>
                </a:solidFill>
              </a:defRPr>
            </a:pPr>
            <a:r>
              <a:rPr>
                <a:solidFill/>
              </a:rPr>
              <a:t>The page also displays the dependency graph and algorithm explanation.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828800"/>
            <a:ext cx="11887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rPr>
                <a:solidFill/>
              </a:rPr>
              <a:t>HTML</a:t>
            </a:r>
            <a:br/>
            <a:r>
              <a:rPr>
                <a:solidFill/>
              </a:rPr>
              <a:t>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828800"/>
            <a:ext cx="11887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rPr>
                <a:solidFill/>
              </a:rPr>
              <a:t>CSS</a:t>
            </a:r>
            <a:br/>
            <a:r>
              <a:rPr>
                <a:solidFill/>
              </a:rPr>
              <a:t>Interface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0" y="1828800"/>
            <a:ext cx="11887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rPr>
                <a:solidFill/>
              </a:rPr>
              <a:t>JavaScript</a:t>
            </a:r>
            <a:br/>
            <a:r>
              <a:rPr>
                <a:solidFill/>
              </a:rPr>
              <a:t>Algorithm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rPr>
                <a:solidFill/>
              </a:rPr>
              <a:t>DAA Hackathon • Course Prerequisite Planner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rPr>
                <a:solidFill/>
              </a:rPr>
              <a:t>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1353312"/>
            <a:ext cx="9144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rPr>
                <a:solidFill/>
              </a:rPr>
              <a:t>7. Example Output &amp;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rPr>
                <a:solidFill/>
              </a:rPr>
              <a:t>Sample valid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0F172A"/>
                </a:solidFill>
              </a:defRPr>
            </a:pPr>
            <a:r>
              <a:rPr>
                <a:solidFill/>
              </a:rPr>
              <a:t>Python → Data Structures</a:t>
            </a:r>
          </a:p>
          <a:p>
            <a:pPr>
              <a:spcAft>
                <a:spcPts val="1100"/>
              </a:spcAft>
              <a:defRPr sz="1800">
                <a:solidFill>
                  <a:srgbClr val="0F172A"/>
                </a:solidFill>
              </a:defRPr>
            </a:pPr>
            <a:r>
              <a:rPr>
                <a:solidFill/>
              </a:rPr>
              <a:t>Data Structures → Algorithms</a:t>
            </a:r>
          </a:p>
          <a:p>
            <a:pPr>
              <a:spcAft>
                <a:spcPts val="1100"/>
              </a:spcAft>
              <a:defRPr sz="1800">
                <a:solidFill>
                  <a:srgbClr val="0F172A"/>
                </a:solidFill>
              </a:defRPr>
            </a:pPr>
            <a:r>
              <a:rPr>
                <a:solidFill/>
              </a:rPr>
              <a:t>Algorithms → Machine Learning</a:t>
            </a:r>
          </a:p>
          <a:p>
            <a:pPr>
              <a:spcAft>
                <a:spcPts val="1100"/>
              </a:spcAft>
              <a:defRPr sz="1800">
                <a:solidFill>
                  <a:srgbClr val="0F172A"/>
                </a:solidFill>
              </a:defRPr>
            </a:pPr>
            <a:r>
              <a:rPr>
                <a:solidFill/>
              </a:rPr>
              <a:t>Machine Learning →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645920"/>
            <a:ext cx="4389120" cy="1554480"/>
          </a:xfrm>
          <a:prstGeom prst="roundRect">
            <a:avLst/>
          </a:prstGeom>
          <a:solidFill>
            <a:srgbClr val="DCFCE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rPr>
                <a:solidFill/>
              </a:rPr>
              <a:t>VALID ORDER</a:t>
            </a:r>
            <a:br/>
            <a:r>
              <a:rPr>
                <a:solidFill/>
              </a:rPr>
              <a:t>Python → Data Structures →</a:t>
            </a:r>
            <a:br/>
            <a:r>
              <a:rPr>
                <a:solidFill/>
              </a:rPr>
              <a:t>Algorithms → Machine Learning →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3657600"/>
            <a:ext cx="43891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rPr>
                <a:solidFill/>
              </a:rPr>
              <a:t>TIME: O(V + E)</a:t>
            </a:r>
            <a:br/>
            <a:r>
              <a:rPr>
                <a:solidFill/>
              </a:rPr>
              <a:t>SPACE: O(V + 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rPr>
                <a:solidFill/>
              </a:rPr>
              <a:t>DAA Hackathon • Course Prerequisite Planner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rPr>
                <a:solidFill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1353312"/>
            <a:ext cx="9144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DAA Hackathon • Course Prerequisite Planner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49697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F172A"/>
                </a:solidFill>
              </a:defRPr>
            </a:pPr>
            <a:r>
              <a:rPr dirty="0"/>
              <a:t>THANK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3520" y="521208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rPr dirty="0"/>
              <a:t>A. Nikitha  •  G. Maha Laxmi  •  G. Shruthi  •  K. Spoorthi</a:t>
            </a:r>
          </a:p>
          <a:p>
            <a:pPr algn="ctr">
              <a:defRPr sz="1100">
                <a:solidFill>
                  <a:srgbClr val="475569"/>
                </a:solidFill>
              </a:defRPr>
            </a:pPr>
            <a:r>
              <a:rPr dirty="0"/>
              <a:t>25MVCSER187  •  25MVCSER0201  •  25MVCSER0205  •  25MVCSER0216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558</Words>
  <Application>Microsoft Office PowerPoint</Application>
  <PresentationFormat>Widescreen</PresentationFormat>
  <Paragraphs>98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Spoorthy</dc:creator>
  <cp:keywords/>
  <dc:description>generated using python-pptx</dc:description>
  <cp:lastModifiedBy>Spoorthy Komravelli</cp:lastModifiedBy>
  <cp:revision>3</cp:revision>
  <dcterms:created xsi:type="dcterms:W3CDTF">2013-01-27T09:14:16Z</dcterms:created>
  <dcterms:modified xsi:type="dcterms:W3CDTF">2026-10-02T16:18:56Z</dcterms:modified>
  <cp:category/>
</cp:coreProperties>
</file>